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ira Sans Bold" charset="1" panose="020B0803050000020004"/>
      <p:regular r:id="rId16"/>
    </p:embeddedFont>
    <p:embeddedFont>
      <p:font typeface="Fira Sans Light" charset="1" panose="020B0403050000020004"/>
      <p:regular r:id="rId17"/>
    </p:embeddedFont>
    <p:embeddedFont>
      <p:font typeface="Fira Sans Medium" charset="1" panose="020B0603050000020004"/>
      <p:regular r:id="rId18"/>
    </p:embeddedFont>
    <p:embeddedFont>
      <p:font typeface="Fira Sans" charset="1" panose="020B050305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8902" y="2317173"/>
            <a:ext cx="7321033" cy="6340049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D1E2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22944" y="7035126"/>
            <a:ext cx="4970154" cy="4304177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36342" y="5764916"/>
            <a:ext cx="2271679" cy="1967285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C0C2C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7770" y="373605"/>
            <a:ext cx="3799619" cy="3290488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1024507"/>
            <a:ext cx="714048" cy="616678"/>
          </a:xfrm>
          <a:custGeom>
            <a:avLst/>
            <a:gdLst/>
            <a:ahLst/>
            <a:cxnLst/>
            <a:rect r="r" b="b" t="t" l="l"/>
            <a:pathLst>
              <a:path h="616678" w="714048">
                <a:moveTo>
                  <a:pt x="0" y="0"/>
                </a:moveTo>
                <a:lnTo>
                  <a:pt x="714048" y="0"/>
                </a:lnTo>
                <a:lnTo>
                  <a:pt x="714048" y="616678"/>
                </a:lnTo>
                <a:lnTo>
                  <a:pt x="0" y="6166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29080" y="4139119"/>
            <a:ext cx="4969094" cy="1483863"/>
          </a:xfrm>
          <a:custGeom>
            <a:avLst/>
            <a:gdLst/>
            <a:ahLst/>
            <a:cxnLst/>
            <a:rect r="r" b="b" t="t" l="l"/>
            <a:pathLst>
              <a:path h="1483863" w="4969094">
                <a:moveTo>
                  <a:pt x="0" y="0"/>
                </a:moveTo>
                <a:lnTo>
                  <a:pt x="4969094" y="0"/>
                </a:lnTo>
                <a:lnTo>
                  <a:pt x="4969094" y="1483864"/>
                </a:lnTo>
                <a:lnTo>
                  <a:pt x="0" y="1483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56351" y="3807155"/>
            <a:ext cx="10202605" cy="2672690"/>
            <a:chOff x="0" y="0"/>
            <a:chExt cx="13603473" cy="356358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13603473" cy="2438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399"/>
                </a:lnSpc>
              </a:pPr>
              <a:r>
                <a:rPr lang="en-US" sz="11999" b="true">
                  <a:solidFill>
                    <a:srgbClr val="00000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sharearide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758406"/>
              <a:ext cx="13603473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Fira Sans Light"/>
                  <a:ea typeface="Fira Sans Light"/>
                  <a:cs typeface="Fira Sans Light"/>
                  <a:sym typeface="Fira Sans Light"/>
                </a:rPr>
                <a:t>Présentation de l'application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33327" y="866871"/>
            <a:ext cx="8209935" cy="87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4"/>
              </a:lnSpc>
              <a:spcBef>
                <a:spcPct val="0"/>
              </a:spcBef>
            </a:pPr>
            <a:r>
              <a:rPr lang="en-US" b="true" sz="2524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Bigirindavyi Bersy, Bohon Martin, Bukens Gilles,  Gambini Cesar, Leonard Mathis, Ries Brandon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27743" y="-89986"/>
            <a:ext cx="10138115" cy="8779655"/>
            <a:chOff x="0" y="0"/>
            <a:chExt cx="3619627" cy="31346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05679" y="5832746"/>
            <a:ext cx="5966980" cy="5167433"/>
            <a:chOff x="0" y="0"/>
            <a:chExt cx="3619627" cy="31346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3A8EE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57222" y="2724810"/>
            <a:ext cx="8686778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 spc="-84">
                <a:solidFill>
                  <a:srgbClr val="F4F4F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table des matières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67435" y="1711061"/>
            <a:ext cx="8191865" cy="448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87631" indent="-693815" lvl="1">
              <a:lnSpc>
                <a:spcPts val="8998"/>
              </a:lnSpc>
              <a:buFont typeface="Arial"/>
              <a:buChar char="•"/>
            </a:pPr>
            <a:r>
              <a:rPr lang="en-US" b="true" sz="6427">
                <a:solidFill>
                  <a:srgbClr val="336EFC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Structure du site</a:t>
            </a:r>
          </a:p>
          <a:p>
            <a:pPr algn="l" marL="1387631" indent="-693815" lvl="1">
              <a:lnSpc>
                <a:spcPts val="8998"/>
              </a:lnSpc>
              <a:buFont typeface="Arial"/>
              <a:buChar char="•"/>
            </a:pPr>
            <a:r>
              <a:rPr lang="en-US" b="true" sz="6427">
                <a:solidFill>
                  <a:srgbClr val="336EFC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Présentation des différentes pages</a:t>
            </a:r>
          </a:p>
          <a:p>
            <a:pPr algn="l">
              <a:lnSpc>
                <a:spcPts val="899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9058137" y="3262372"/>
            <a:ext cx="12386" cy="402316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3" id="3"/>
          <p:cNvSpPr/>
          <p:nvPr/>
        </p:nvSpPr>
        <p:spPr>
          <a:xfrm rot="0">
            <a:off x="7633005" y="3659724"/>
            <a:ext cx="2862650" cy="9525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4" id="4"/>
          <p:cNvSpPr/>
          <p:nvPr/>
        </p:nvSpPr>
        <p:spPr>
          <a:xfrm rot="0">
            <a:off x="10489397" y="3666500"/>
            <a:ext cx="12386" cy="305192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5" id="5"/>
          <p:cNvSpPr/>
          <p:nvPr/>
        </p:nvSpPr>
        <p:spPr>
          <a:xfrm rot="0">
            <a:off x="7632698" y="3666500"/>
            <a:ext cx="12386" cy="305192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6" id="6"/>
          <p:cNvSpPr/>
          <p:nvPr/>
        </p:nvSpPr>
        <p:spPr>
          <a:xfrm rot="0">
            <a:off x="7495038" y="5380717"/>
            <a:ext cx="3238760" cy="991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7" id="7"/>
          <p:cNvSpPr/>
          <p:nvPr/>
        </p:nvSpPr>
        <p:spPr>
          <a:xfrm rot="0">
            <a:off x="9070523" y="5137870"/>
            <a:ext cx="9525" cy="242847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8" id="8"/>
          <p:cNvSpPr/>
          <p:nvPr/>
        </p:nvSpPr>
        <p:spPr>
          <a:xfrm rot="0">
            <a:off x="10723988" y="5390626"/>
            <a:ext cx="9810" cy="304124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9" id="9"/>
          <p:cNvSpPr/>
          <p:nvPr/>
        </p:nvSpPr>
        <p:spPr>
          <a:xfrm rot="0">
            <a:off x="7492712" y="5390626"/>
            <a:ext cx="9525" cy="304124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10" id="10"/>
          <p:cNvSpPr/>
          <p:nvPr/>
        </p:nvSpPr>
        <p:spPr>
          <a:xfrm rot="0">
            <a:off x="7321806" y="6715814"/>
            <a:ext cx="9525" cy="622537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11" id="11"/>
          <p:cNvSpPr/>
          <p:nvPr/>
        </p:nvSpPr>
        <p:spPr>
          <a:xfrm rot="0">
            <a:off x="10944418" y="6714574"/>
            <a:ext cx="11801" cy="622537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12" id="12"/>
          <p:cNvGrpSpPr/>
          <p:nvPr/>
        </p:nvGrpSpPr>
        <p:grpSpPr>
          <a:xfrm rot="0">
            <a:off x="7998449" y="2241308"/>
            <a:ext cx="2144147" cy="1021064"/>
            <a:chOff x="0" y="0"/>
            <a:chExt cx="371119" cy="1767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1119" cy="176731"/>
            </a:xfrm>
            <a:custGeom>
              <a:avLst/>
              <a:gdLst/>
              <a:ahLst/>
              <a:cxnLst/>
              <a:rect r="r" b="b" t="t" l="l"/>
              <a:pathLst>
                <a:path h="176731" w="371119">
                  <a:moveTo>
                    <a:pt x="0" y="0"/>
                  </a:moveTo>
                  <a:lnTo>
                    <a:pt x="371119" y="0"/>
                  </a:lnTo>
                  <a:lnTo>
                    <a:pt x="371119" y="176731"/>
                  </a:lnTo>
                  <a:lnTo>
                    <a:pt x="0" y="176731"/>
                  </a:lnTo>
                  <a:close/>
                </a:path>
              </a:pathLst>
            </a:custGeom>
            <a:solidFill>
              <a:srgbClr val="336EF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71119" cy="1957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50"/>
                </a:lnSpc>
              </a:pPr>
              <a:r>
                <a:rPr lang="en-US" b="true" sz="1500" spc="75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page d'accueil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76292" y="3971692"/>
            <a:ext cx="2144147" cy="1021064"/>
            <a:chOff x="0" y="0"/>
            <a:chExt cx="371119" cy="1767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71119" cy="176731"/>
            </a:xfrm>
            <a:custGeom>
              <a:avLst/>
              <a:gdLst/>
              <a:ahLst/>
              <a:cxnLst/>
              <a:rect r="r" b="b" t="t" l="l"/>
              <a:pathLst>
                <a:path h="176731" w="371119">
                  <a:moveTo>
                    <a:pt x="0" y="0"/>
                  </a:moveTo>
                  <a:lnTo>
                    <a:pt x="371119" y="0"/>
                  </a:lnTo>
                  <a:lnTo>
                    <a:pt x="371119" y="176731"/>
                  </a:lnTo>
                  <a:lnTo>
                    <a:pt x="0" y="176731"/>
                  </a:lnTo>
                  <a:close/>
                </a:path>
              </a:pathLst>
            </a:custGeom>
            <a:solidFill>
              <a:srgbClr val="63A8E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71119" cy="1957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5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se connecter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20606" y="3971692"/>
            <a:ext cx="2144147" cy="1021064"/>
            <a:chOff x="0" y="0"/>
            <a:chExt cx="371119" cy="1767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1119" cy="176731"/>
            </a:xfrm>
            <a:custGeom>
              <a:avLst/>
              <a:gdLst/>
              <a:ahLst/>
              <a:cxnLst/>
              <a:rect r="r" b="b" t="t" l="l"/>
              <a:pathLst>
                <a:path h="176731" w="371119">
                  <a:moveTo>
                    <a:pt x="0" y="0"/>
                  </a:moveTo>
                  <a:lnTo>
                    <a:pt x="371119" y="0"/>
                  </a:lnTo>
                  <a:lnTo>
                    <a:pt x="371119" y="176731"/>
                  </a:lnTo>
                  <a:lnTo>
                    <a:pt x="0" y="176731"/>
                  </a:lnTo>
                  <a:close/>
                </a:path>
              </a:pathLst>
            </a:custGeom>
            <a:solidFill>
              <a:srgbClr val="63A8E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71119" cy="1957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50"/>
                </a:lnSpc>
              </a:pPr>
              <a:r>
                <a:rPr lang="en-US" b="true" sz="1500" spc="75">
                  <a:solidFill>
                    <a:srgbClr val="FEFEFE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s’inscrire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76292" y="5694750"/>
            <a:ext cx="2144147" cy="1021064"/>
            <a:chOff x="0" y="0"/>
            <a:chExt cx="371119" cy="1767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71119" cy="176731"/>
            </a:xfrm>
            <a:custGeom>
              <a:avLst/>
              <a:gdLst/>
              <a:ahLst/>
              <a:cxnLst/>
              <a:rect r="r" b="b" t="t" l="l"/>
              <a:pathLst>
                <a:path h="176731" w="371119">
                  <a:moveTo>
                    <a:pt x="0" y="0"/>
                  </a:moveTo>
                  <a:lnTo>
                    <a:pt x="371119" y="0"/>
                  </a:lnTo>
                  <a:lnTo>
                    <a:pt x="371119" y="176731"/>
                  </a:lnTo>
                  <a:lnTo>
                    <a:pt x="0" y="176731"/>
                  </a:lnTo>
                  <a:close/>
                </a:path>
              </a:pathLst>
            </a:custGeom>
            <a:solidFill>
              <a:srgbClr val="D1E2F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71119" cy="1957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50"/>
                </a:lnSpc>
              </a:pPr>
              <a:r>
                <a:rPr lang="en-US" b="true" sz="1500" spc="75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conducteur 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67560" y="5694750"/>
            <a:ext cx="2144147" cy="1021064"/>
            <a:chOff x="0" y="0"/>
            <a:chExt cx="371119" cy="1767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71119" cy="176731"/>
            </a:xfrm>
            <a:custGeom>
              <a:avLst/>
              <a:gdLst/>
              <a:ahLst/>
              <a:cxnLst/>
              <a:rect r="r" b="b" t="t" l="l"/>
              <a:pathLst>
                <a:path h="176731" w="371119">
                  <a:moveTo>
                    <a:pt x="0" y="0"/>
                  </a:moveTo>
                  <a:lnTo>
                    <a:pt x="371119" y="0"/>
                  </a:lnTo>
                  <a:lnTo>
                    <a:pt x="371119" y="176731"/>
                  </a:lnTo>
                  <a:lnTo>
                    <a:pt x="0" y="176731"/>
                  </a:lnTo>
                  <a:close/>
                </a:path>
              </a:pathLst>
            </a:custGeom>
            <a:solidFill>
              <a:srgbClr val="D1E2F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71119" cy="1957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50"/>
                </a:lnSpc>
              </a:pPr>
              <a:r>
                <a:rPr lang="en-US" b="true" sz="1500" spc="75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passager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604718" y="7338351"/>
            <a:ext cx="2144147" cy="1021064"/>
            <a:chOff x="0" y="0"/>
            <a:chExt cx="371119" cy="1767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1119" cy="176731"/>
            </a:xfrm>
            <a:custGeom>
              <a:avLst/>
              <a:gdLst/>
              <a:ahLst/>
              <a:cxnLst/>
              <a:rect r="r" b="b" t="t" l="l"/>
              <a:pathLst>
                <a:path h="176731" w="371119">
                  <a:moveTo>
                    <a:pt x="0" y="0"/>
                  </a:moveTo>
                  <a:lnTo>
                    <a:pt x="371119" y="0"/>
                  </a:lnTo>
                  <a:lnTo>
                    <a:pt x="371119" y="176731"/>
                  </a:lnTo>
                  <a:lnTo>
                    <a:pt x="0" y="176731"/>
                  </a:lnTo>
                  <a:close/>
                </a:path>
              </a:pathLst>
            </a:custGeom>
            <a:solidFill>
              <a:srgbClr val="336EF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71119" cy="1957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50"/>
                </a:lnSpc>
              </a:pPr>
              <a:r>
                <a:rPr lang="en-US" b="true" sz="1500" spc="75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planifier votre voyage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67560" y="7337111"/>
            <a:ext cx="2144147" cy="1021064"/>
            <a:chOff x="0" y="0"/>
            <a:chExt cx="371119" cy="1767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1119" cy="176731"/>
            </a:xfrm>
            <a:custGeom>
              <a:avLst/>
              <a:gdLst/>
              <a:ahLst/>
              <a:cxnLst/>
              <a:rect r="r" b="b" t="t" l="l"/>
              <a:pathLst>
                <a:path h="176731" w="371119">
                  <a:moveTo>
                    <a:pt x="0" y="0"/>
                  </a:moveTo>
                  <a:lnTo>
                    <a:pt x="371119" y="0"/>
                  </a:lnTo>
                  <a:lnTo>
                    <a:pt x="371119" y="176731"/>
                  </a:lnTo>
                  <a:lnTo>
                    <a:pt x="0" y="176731"/>
                  </a:lnTo>
                  <a:close/>
                </a:path>
              </a:pathLst>
            </a:custGeom>
            <a:solidFill>
              <a:srgbClr val="336EF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71119" cy="1957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50"/>
                </a:lnSpc>
              </a:pPr>
              <a:r>
                <a:rPr lang="en-US" b="true" sz="1500" spc="75">
                  <a:solidFill>
                    <a:srgbClr val="F4F4F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réserver votre voyage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-10800000">
            <a:off x="10542559" y="-4150923"/>
            <a:ext cx="9822161" cy="6226137"/>
            <a:chOff x="0" y="0"/>
            <a:chExt cx="8474859" cy="5372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74859" cy="5372100"/>
            </a:xfrm>
            <a:custGeom>
              <a:avLst/>
              <a:gdLst/>
              <a:ahLst/>
              <a:cxnLst/>
              <a:rect r="r" b="b" t="t" l="l"/>
              <a:pathLst>
                <a:path h="5372100" w="8474859">
                  <a:moveTo>
                    <a:pt x="692418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6924189" y="5372100"/>
                  </a:lnTo>
                  <a:lnTo>
                    <a:pt x="8474859" y="2686050"/>
                  </a:lnTo>
                  <a:lnTo>
                    <a:pt x="6924189" y="0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959443" y="-865713"/>
            <a:ext cx="2695438" cy="2334501"/>
            <a:chOff x="0" y="0"/>
            <a:chExt cx="6202680" cy="5372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63A8EE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28700" y="962025"/>
            <a:ext cx="724130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structure du site V1</a:t>
            </a:r>
          </a:p>
        </p:txBody>
      </p:sp>
      <p:sp>
        <p:nvSpPr>
          <p:cNvPr name="AutoShape 38" id="38"/>
          <p:cNvSpPr/>
          <p:nvPr/>
        </p:nvSpPr>
        <p:spPr>
          <a:xfrm rot="-10800000">
            <a:off x="7482902" y="5137870"/>
            <a:ext cx="3238760" cy="991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39" id="39"/>
          <p:cNvSpPr/>
          <p:nvPr/>
        </p:nvSpPr>
        <p:spPr>
          <a:xfrm rot="-10800000">
            <a:off x="7482902" y="4992757"/>
            <a:ext cx="9810" cy="148074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40" id="40"/>
          <p:cNvSpPr/>
          <p:nvPr/>
        </p:nvSpPr>
        <p:spPr>
          <a:xfrm rot="-10800000">
            <a:off x="10713958" y="4992757"/>
            <a:ext cx="10030" cy="150068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41" id="41"/>
          <p:cNvGrpSpPr/>
          <p:nvPr/>
        </p:nvGrpSpPr>
        <p:grpSpPr>
          <a:xfrm rot="0">
            <a:off x="8071926" y="8759465"/>
            <a:ext cx="2144147" cy="1021064"/>
            <a:chOff x="0" y="0"/>
            <a:chExt cx="371119" cy="1767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1119" cy="176731"/>
            </a:xfrm>
            <a:custGeom>
              <a:avLst/>
              <a:gdLst/>
              <a:ahLst/>
              <a:cxnLst/>
              <a:rect r="r" b="b" t="t" l="l"/>
              <a:pathLst>
                <a:path h="176731" w="371119">
                  <a:moveTo>
                    <a:pt x="0" y="0"/>
                  </a:moveTo>
                  <a:lnTo>
                    <a:pt x="371119" y="0"/>
                  </a:lnTo>
                  <a:lnTo>
                    <a:pt x="371119" y="176731"/>
                  </a:lnTo>
                  <a:lnTo>
                    <a:pt x="0" y="176731"/>
                  </a:lnTo>
                  <a:close/>
                </a:path>
              </a:pathLst>
            </a:custGeom>
            <a:solidFill>
              <a:srgbClr val="63A8EE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71119" cy="1957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950"/>
                </a:lnSpc>
              </a:pPr>
              <a:r>
                <a:rPr lang="en-US" b="true" sz="1500" spc="75">
                  <a:solidFill>
                    <a:srgbClr val="FFFFFF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confirmation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0">
            <a:off x="9133273" y="8526528"/>
            <a:ext cx="10727" cy="242847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45" id="45"/>
          <p:cNvSpPr/>
          <p:nvPr/>
        </p:nvSpPr>
        <p:spPr>
          <a:xfrm rot="-10800000">
            <a:off x="7398548" y="8516618"/>
            <a:ext cx="3238760" cy="9910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46" id="46"/>
          <p:cNvSpPr/>
          <p:nvPr/>
        </p:nvSpPr>
        <p:spPr>
          <a:xfrm rot="-10800000">
            <a:off x="7398548" y="8371505"/>
            <a:ext cx="9810" cy="148074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47" id="47"/>
          <p:cNvSpPr/>
          <p:nvPr/>
        </p:nvSpPr>
        <p:spPr>
          <a:xfrm rot="-10800000">
            <a:off x="10629604" y="8371505"/>
            <a:ext cx="10030" cy="150068"/>
          </a:xfrm>
          <a:prstGeom prst="rect">
            <a:avLst/>
          </a:prstGeom>
          <a:solidFill>
            <a:srgbClr val="000000"/>
          </a:solid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915828" y="-3678236"/>
            <a:ext cx="12804984" cy="6226137"/>
            <a:chOff x="0" y="0"/>
            <a:chExt cx="1104852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11724" y="-865713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63A8EE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958041" y="3707142"/>
            <a:ext cx="11301259" cy="5551158"/>
          </a:xfrm>
          <a:custGeom>
            <a:avLst/>
            <a:gdLst/>
            <a:ahLst/>
            <a:cxnLst/>
            <a:rect r="r" b="b" t="t" l="l"/>
            <a:pathLst>
              <a:path h="5551158" w="11301259">
                <a:moveTo>
                  <a:pt x="0" y="0"/>
                </a:moveTo>
                <a:lnTo>
                  <a:pt x="11301259" y="0"/>
                </a:lnTo>
                <a:lnTo>
                  <a:pt x="11301259" y="5551158"/>
                </a:lnTo>
                <a:lnTo>
                  <a:pt x="0" y="5551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89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662914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FFFFFF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Accueil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139713" y="5951287"/>
            <a:ext cx="1346952" cy="1062867"/>
          </a:xfrm>
          <a:custGeom>
            <a:avLst/>
            <a:gdLst/>
            <a:ahLst/>
            <a:cxnLst/>
            <a:rect r="r" b="b" t="t" l="l"/>
            <a:pathLst>
              <a:path h="1062867" w="1346952">
                <a:moveTo>
                  <a:pt x="0" y="0"/>
                </a:moveTo>
                <a:lnTo>
                  <a:pt x="1346952" y="0"/>
                </a:lnTo>
                <a:lnTo>
                  <a:pt x="1346952" y="1062868"/>
                </a:lnTo>
                <a:lnTo>
                  <a:pt x="0" y="10628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915828" y="-3678236"/>
            <a:ext cx="12804984" cy="6226137"/>
            <a:chOff x="0" y="0"/>
            <a:chExt cx="1104852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11724" y="-865713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63A8EE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958041" y="3692430"/>
            <a:ext cx="11301259" cy="5565870"/>
          </a:xfrm>
          <a:custGeom>
            <a:avLst/>
            <a:gdLst/>
            <a:ahLst/>
            <a:cxnLst/>
            <a:rect r="r" b="b" t="t" l="l"/>
            <a:pathLst>
              <a:path h="5565870" w="11301259">
                <a:moveTo>
                  <a:pt x="0" y="0"/>
                </a:moveTo>
                <a:lnTo>
                  <a:pt x="11301259" y="0"/>
                </a:lnTo>
                <a:lnTo>
                  <a:pt x="11301259" y="5565870"/>
                </a:lnTo>
                <a:lnTo>
                  <a:pt x="0" y="5565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662914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FEFEFE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Connection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501325" y="5953268"/>
            <a:ext cx="985339" cy="1044194"/>
          </a:xfrm>
          <a:custGeom>
            <a:avLst/>
            <a:gdLst/>
            <a:ahLst/>
            <a:cxnLst/>
            <a:rect r="r" b="b" t="t" l="l"/>
            <a:pathLst>
              <a:path h="1044194" w="985339">
                <a:moveTo>
                  <a:pt x="0" y="0"/>
                </a:moveTo>
                <a:lnTo>
                  <a:pt x="985340" y="0"/>
                </a:lnTo>
                <a:lnTo>
                  <a:pt x="985340" y="1044194"/>
                </a:lnTo>
                <a:lnTo>
                  <a:pt x="0" y="10441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915828" y="-3678236"/>
            <a:ext cx="12804984" cy="6226137"/>
            <a:chOff x="0" y="0"/>
            <a:chExt cx="1104852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11724" y="-865713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63A8EE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958041" y="3701173"/>
            <a:ext cx="11301259" cy="5557127"/>
          </a:xfrm>
          <a:custGeom>
            <a:avLst/>
            <a:gdLst/>
            <a:ahLst/>
            <a:cxnLst/>
            <a:rect r="r" b="b" t="t" l="l"/>
            <a:pathLst>
              <a:path h="5557127" w="11301259">
                <a:moveTo>
                  <a:pt x="0" y="0"/>
                </a:moveTo>
                <a:lnTo>
                  <a:pt x="11301259" y="0"/>
                </a:lnTo>
                <a:lnTo>
                  <a:pt x="11301259" y="5557127"/>
                </a:lnTo>
                <a:lnTo>
                  <a:pt x="0" y="5557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10" t="-2638" r="-271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662914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choix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786553" y="5926487"/>
            <a:ext cx="700112" cy="1106499"/>
          </a:xfrm>
          <a:custGeom>
            <a:avLst/>
            <a:gdLst/>
            <a:ahLst/>
            <a:cxnLst/>
            <a:rect r="r" b="b" t="t" l="l"/>
            <a:pathLst>
              <a:path h="1106499" w="700112">
                <a:moveTo>
                  <a:pt x="0" y="0"/>
                </a:moveTo>
                <a:lnTo>
                  <a:pt x="700112" y="0"/>
                </a:lnTo>
                <a:lnTo>
                  <a:pt x="700112" y="1106499"/>
                </a:lnTo>
                <a:lnTo>
                  <a:pt x="0" y="11064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915828" y="-3678236"/>
            <a:ext cx="12804984" cy="6226137"/>
            <a:chOff x="0" y="0"/>
            <a:chExt cx="1104852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11724" y="-865713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63A8EE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958041" y="3691470"/>
            <a:ext cx="11301259" cy="5566830"/>
          </a:xfrm>
          <a:custGeom>
            <a:avLst/>
            <a:gdLst/>
            <a:ahLst/>
            <a:cxnLst/>
            <a:rect r="r" b="b" t="t" l="l"/>
            <a:pathLst>
              <a:path h="5566830" w="11301259">
                <a:moveTo>
                  <a:pt x="0" y="0"/>
                </a:moveTo>
                <a:lnTo>
                  <a:pt x="11301259" y="0"/>
                </a:lnTo>
                <a:lnTo>
                  <a:pt x="11301259" y="5566830"/>
                </a:lnTo>
                <a:lnTo>
                  <a:pt x="0" y="5566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05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662914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inscriptions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760727" y="5966913"/>
            <a:ext cx="725938" cy="1015944"/>
          </a:xfrm>
          <a:custGeom>
            <a:avLst/>
            <a:gdLst/>
            <a:ahLst/>
            <a:cxnLst/>
            <a:rect r="r" b="b" t="t" l="l"/>
            <a:pathLst>
              <a:path h="1015944" w="725938">
                <a:moveTo>
                  <a:pt x="0" y="0"/>
                </a:moveTo>
                <a:lnTo>
                  <a:pt x="725938" y="0"/>
                </a:lnTo>
                <a:lnTo>
                  <a:pt x="725938" y="1015944"/>
                </a:lnTo>
                <a:lnTo>
                  <a:pt x="0" y="1015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915828" y="-3678236"/>
            <a:ext cx="12804984" cy="6226137"/>
            <a:chOff x="0" y="0"/>
            <a:chExt cx="1104852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11724" y="-865713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63A8EE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561030" y="2995418"/>
            <a:ext cx="6698270" cy="6262882"/>
          </a:xfrm>
          <a:custGeom>
            <a:avLst/>
            <a:gdLst/>
            <a:ahLst/>
            <a:cxnLst/>
            <a:rect r="r" b="b" t="t" l="l"/>
            <a:pathLst>
              <a:path h="6262882" w="6698270">
                <a:moveTo>
                  <a:pt x="0" y="0"/>
                </a:moveTo>
                <a:lnTo>
                  <a:pt x="6698270" y="0"/>
                </a:lnTo>
                <a:lnTo>
                  <a:pt x="6698270" y="6262882"/>
                </a:lnTo>
                <a:lnTo>
                  <a:pt x="0" y="6262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662914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Réservations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710204" y="5780528"/>
            <a:ext cx="1027860" cy="1027860"/>
          </a:xfrm>
          <a:custGeom>
            <a:avLst/>
            <a:gdLst/>
            <a:ahLst/>
            <a:cxnLst/>
            <a:rect r="r" b="b" t="t" l="l"/>
            <a:pathLst>
              <a:path h="1027860" w="1027860">
                <a:moveTo>
                  <a:pt x="0" y="0"/>
                </a:moveTo>
                <a:lnTo>
                  <a:pt x="1027860" y="0"/>
                </a:lnTo>
                <a:lnTo>
                  <a:pt x="1027860" y="1027860"/>
                </a:lnTo>
                <a:lnTo>
                  <a:pt x="0" y="1027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1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2915828" y="-3678236"/>
            <a:ext cx="12804984" cy="6226137"/>
            <a:chOff x="0" y="0"/>
            <a:chExt cx="11048529" cy="5372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8529" cy="5372100"/>
            </a:xfrm>
            <a:custGeom>
              <a:avLst/>
              <a:gdLst/>
              <a:ahLst/>
              <a:cxnLst/>
              <a:rect r="r" b="b" t="t" l="l"/>
              <a:pathLst>
                <a:path h="5372100" w="11048529">
                  <a:moveTo>
                    <a:pt x="9497859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9497859" y="5372100"/>
                  </a:lnTo>
                  <a:lnTo>
                    <a:pt x="11048529" y="2686050"/>
                  </a:lnTo>
                  <a:lnTo>
                    <a:pt x="9497859" y="0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11724" y="-865713"/>
            <a:ext cx="2695438" cy="2334501"/>
            <a:chOff x="0" y="0"/>
            <a:chExt cx="6202680" cy="537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2680" cy="5372100"/>
            </a:xfrm>
            <a:custGeom>
              <a:avLst/>
              <a:gdLst/>
              <a:ahLst/>
              <a:cxnLst/>
              <a:rect r="r" b="b" t="t" l="l"/>
              <a:pathLst>
                <a:path h="5372100" w="6202680">
                  <a:moveTo>
                    <a:pt x="4652010" y="0"/>
                  </a:moveTo>
                  <a:lnTo>
                    <a:pt x="1550670" y="0"/>
                  </a:lnTo>
                  <a:lnTo>
                    <a:pt x="0" y="2686050"/>
                  </a:lnTo>
                  <a:lnTo>
                    <a:pt x="1550670" y="5372100"/>
                  </a:lnTo>
                  <a:lnTo>
                    <a:pt x="4652010" y="5372100"/>
                  </a:lnTo>
                  <a:lnTo>
                    <a:pt x="6202680" y="2686050"/>
                  </a:lnTo>
                  <a:lnTo>
                    <a:pt x="4652010" y="0"/>
                  </a:lnTo>
                  <a:close/>
                </a:path>
              </a:pathLst>
            </a:custGeom>
            <a:solidFill>
              <a:srgbClr val="63A8EE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657842" y="3710150"/>
            <a:ext cx="9571092" cy="5548150"/>
          </a:xfrm>
          <a:custGeom>
            <a:avLst/>
            <a:gdLst/>
            <a:ahLst/>
            <a:cxnLst/>
            <a:rect r="r" b="b" t="t" l="l"/>
            <a:pathLst>
              <a:path h="5548150" w="9571092">
                <a:moveTo>
                  <a:pt x="0" y="0"/>
                </a:moveTo>
                <a:lnTo>
                  <a:pt x="9571092" y="0"/>
                </a:lnTo>
                <a:lnTo>
                  <a:pt x="9571092" y="5548150"/>
                </a:lnTo>
                <a:lnTo>
                  <a:pt x="0" y="5548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43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6629142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0"/>
              </a:lnSpc>
              <a:spcBef>
                <a:spcPct val="0"/>
              </a:spcBef>
            </a:pPr>
            <a:r>
              <a:rPr lang="en-US" b="true" sz="6000" spc="-6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Planification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801140" y="5926714"/>
            <a:ext cx="1062623" cy="863623"/>
          </a:xfrm>
          <a:custGeom>
            <a:avLst/>
            <a:gdLst/>
            <a:ahLst/>
            <a:cxnLst/>
            <a:rect r="r" b="b" t="t" l="l"/>
            <a:pathLst>
              <a:path h="863623" w="1062623">
                <a:moveTo>
                  <a:pt x="0" y="0"/>
                </a:moveTo>
                <a:lnTo>
                  <a:pt x="1062624" y="0"/>
                </a:lnTo>
                <a:lnTo>
                  <a:pt x="1062624" y="863623"/>
                </a:lnTo>
                <a:lnTo>
                  <a:pt x="0" y="863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1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92939" y="1334544"/>
            <a:ext cx="14766361" cy="4743450"/>
            <a:chOff x="0" y="0"/>
            <a:chExt cx="19688481" cy="6324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9688481" cy="210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80"/>
                </a:lnSpc>
                <a:spcBef>
                  <a:spcPct val="0"/>
                </a:spcBef>
              </a:pPr>
              <a:r>
                <a:rPr lang="en-US" b="true" sz="10400">
                  <a:solidFill>
                    <a:srgbClr val="63A8EE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sharearide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08200"/>
              <a:ext cx="19688481" cy="421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480"/>
                </a:lnSpc>
              </a:pPr>
              <a:r>
                <a:rPr lang="en-US" sz="10400" b="true">
                  <a:solidFill>
                    <a:srgbClr val="336EFC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Moins de trajets, plus de liens ! 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027973" y="8968143"/>
            <a:ext cx="5231327" cy="29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F4F4F4"/>
                </a:solidFill>
                <a:latin typeface="Fira Sans"/>
                <a:ea typeface="Fira Sans"/>
                <a:cs typeface="Fira Sans"/>
                <a:sym typeface="Fira Sans"/>
              </a:rPr>
              <a:t>Back to Agenda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563094" y="6077994"/>
            <a:ext cx="6383425" cy="5528076"/>
            <a:chOff x="0" y="0"/>
            <a:chExt cx="3619627" cy="31346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336E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71665" y="7004492"/>
            <a:ext cx="3034530" cy="2627917"/>
            <a:chOff x="0" y="0"/>
            <a:chExt cx="3619627" cy="31346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BFC0C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053492" y="8956750"/>
            <a:ext cx="2141618" cy="1854652"/>
            <a:chOff x="0" y="0"/>
            <a:chExt cx="3619627" cy="313461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19627" cy="3134614"/>
            </a:xfrm>
            <a:custGeom>
              <a:avLst/>
              <a:gdLst/>
              <a:ahLst/>
              <a:cxnLst/>
              <a:rect r="r" b="b" t="t" l="l"/>
              <a:pathLst>
                <a:path h="3134614" w="3619627">
                  <a:moveTo>
                    <a:pt x="3619627" y="1567307"/>
                  </a:moveTo>
                  <a:lnTo>
                    <a:pt x="2714752" y="3134614"/>
                  </a:lnTo>
                  <a:lnTo>
                    <a:pt x="904875" y="3134614"/>
                  </a:lnTo>
                  <a:lnTo>
                    <a:pt x="0" y="1567307"/>
                  </a:lnTo>
                  <a:lnTo>
                    <a:pt x="904875" y="0"/>
                  </a:lnTo>
                  <a:lnTo>
                    <a:pt x="2714625" y="0"/>
                  </a:lnTo>
                  <a:lnTo>
                    <a:pt x="3619627" y="1567307"/>
                  </a:lnTo>
                  <a:close/>
                </a:path>
              </a:pathLst>
            </a:custGeom>
            <a:solidFill>
              <a:srgbClr val="63A8EE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DAGnO3RwHhk</dc:identifier>
  <dcterms:modified xsi:type="dcterms:W3CDTF">2011-08-01T06:04:30Z</dcterms:modified>
  <cp:revision>1</cp:revision>
  <dc:title>Add a short description here</dc:title>
</cp:coreProperties>
</file>